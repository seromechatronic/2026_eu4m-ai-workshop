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db87e6a314bad" /><Relationship Type="http://schemas.openxmlformats.org/officeDocument/2006/relationships/extended-properties" Target="/docProps/app.xml" Id="Rd2db2081035c4676" /><Relationship Type="http://schemas.openxmlformats.org/officeDocument/2006/relationships/officeDocument" Target="/ppt/presentation.xml" Id="R9de49ccd8bfb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f3976b53a4ad7"/>
  </p:sldMasterIdLst>
  <p:notesMasterIdLst>
    <p:notesMasterId xmlns:r="http://schemas.openxmlformats.org/officeDocument/2006/relationships" r:id="R19be19a0ecf44dbb"/>
  </p:notesMasterIdLst>
  <p:sldIdLst>
    <p:sldId xmlns:r="http://schemas.openxmlformats.org/officeDocument/2006/relationships" id="256" r:id="R0a1954ec9ea248d0"/>
    <p:sldId xmlns:r="http://schemas.openxmlformats.org/officeDocument/2006/relationships" id="257" r:id="R47f4bc5f58fa4fe3"/>
    <p:sldId xmlns:r="http://schemas.openxmlformats.org/officeDocument/2006/relationships" id="258" r:id="R8f9e6b47d9c549cc"/>
    <p:sldId xmlns:r="http://schemas.openxmlformats.org/officeDocument/2006/relationships" id="259" r:id="R4007ac490c514306"/>
    <p:sldId xmlns:r="http://schemas.openxmlformats.org/officeDocument/2006/relationships" id="260" r:id="R21659c122854407d"/>
    <p:sldId xmlns:r="http://schemas.openxmlformats.org/officeDocument/2006/relationships" id="261" r:id="R685fe19e34474af7"/>
    <p:sldId xmlns:r="http://schemas.openxmlformats.org/officeDocument/2006/relationships" id="262" r:id="Rc2a871de3c4944dd"/>
    <p:sldId xmlns:r="http://schemas.openxmlformats.org/officeDocument/2006/relationships" id="263" r:id="R15019d4151424477"/>
    <p:sldId xmlns:r="http://schemas.openxmlformats.org/officeDocument/2006/relationships" id="264" r:id="Rc0724bc85a0f493d"/>
    <p:sldId xmlns:r="http://schemas.openxmlformats.org/officeDocument/2006/relationships" id="265" r:id="Ra0cfffe1c2a2428c"/>
    <p:sldId xmlns:r="http://schemas.openxmlformats.org/officeDocument/2006/relationships" id="266" r:id="R80ae5eb63ca34e90"/>
    <p:sldId xmlns:r="http://schemas.openxmlformats.org/officeDocument/2006/relationships" id="267" r:id="R06906e60f2ce4b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686bac7e648f2" /><Relationship Type="http://schemas.openxmlformats.org/officeDocument/2006/relationships/slideMaster" Target="/ppt/slideMasters/slideMaster1.xml" Id="R8aef3976b53a4ad7" /><Relationship Type="http://schemas.openxmlformats.org/officeDocument/2006/relationships/notesMaster" Target="/ppt/notesMasters/notesMaster1.xml" Id="R19be19a0ecf44dbb" /><Relationship Type="http://schemas.openxmlformats.org/officeDocument/2006/relationships/presProps" Target="/ppt/presProps.xml" Id="R4d46a63a146d4ff4" /><Relationship Type="http://schemas.openxmlformats.org/officeDocument/2006/relationships/tableStyles" Target="/ppt/tableStyles.xml" Id="Rfac0a7e066dc4513" /><Relationship Type="http://schemas.openxmlformats.org/officeDocument/2006/relationships/slide" Target="/ppt/slides/slide1.xml" Id="R0a1954ec9ea248d0" /><Relationship Type="http://schemas.openxmlformats.org/officeDocument/2006/relationships/slide" Target="/ppt/slides/slide2.xml" Id="R47f4bc5f58fa4fe3" /><Relationship Type="http://schemas.openxmlformats.org/officeDocument/2006/relationships/slide" Target="/ppt/slides/slide3.xml" Id="R8f9e6b47d9c549cc" /><Relationship Type="http://schemas.openxmlformats.org/officeDocument/2006/relationships/slide" Target="/ppt/slides/slide4.xml" Id="R4007ac490c514306" /><Relationship Type="http://schemas.openxmlformats.org/officeDocument/2006/relationships/slide" Target="/ppt/slides/slide5.xml" Id="R21659c122854407d" /><Relationship Type="http://schemas.openxmlformats.org/officeDocument/2006/relationships/slide" Target="/ppt/slides/slide6.xml" Id="R685fe19e34474af7" /><Relationship Type="http://schemas.openxmlformats.org/officeDocument/2006/relationships/slide" Target="/ppt/slides/slide7.xml" Id="Rc2a871de3c4944dd" /><Relationship Type="http://schemas.openxmlformats.org/officeDocument/2006/relationships/slide" Target="/ppt/slides/slide8.xml" Id="R15019d4151424477" /><Relationship Type="http://schemas.openxmlformats.org/officeDocument/2006/relationships/slide" Target="/ppt/slides/slide9.xml" Id="Rc0724bc85a0f493d" /><Relationship Type="http://schemas.openxmlformats.org/officeDocument/2006/relationships/slide" Target="/ppt/slides/slide10.xml" Id="Ra0cfffe1c2a2428c" /><Relationship Type="http://schemas.openxmlformats.org/officeDocument/2006/relationships/slide" Target="/ppt/slides/slide11.xml" Id="R80ae5eb63ca34e90" /><Relationship Type="http://schemas.openxmlformats.org/officeDocument/2006/relationships/slide" Target="/ppt/slides/slide12.xml" Id="R06906e60f2ce4b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25020270af43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2a788775746d7" /><Relationship Type="http://schemas.openxmlformats.org/officeDocument/2006/relationships/notesMaster" Target="/ppt/notesMasters/notesMaster1.xml" Id="Rec93a7f5fb41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e8cea323504ddc" /><Relationship Type="http://schemas.openxmlformats.org/officeDocument/2006/relationships/notesMaster" Target="/ppt/notesMasters/notesMaster1.xml" Id="R2da4558fb0c248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1e08d0af5e4c68" /><Relationship Type="http://schemas.openxmlformats.org/officeDocument/2006/relationships/notesMaster" Target="/ppt/notesMasters/notesMaster1.xml" Id="R827c9d1061a4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9e673202cd41db" /><Relationship Type="http://schemas.openxmlformats.org/officeDocument/2006/relationships/notesMaster" Target="/ppt/notesMasters/notesMaster1.xml" Id="R5d2f9733914f47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bd97370b32459b" /><Relationship Type="http://schemas.openxmlformats.org/officeDocument/2006/relationships/notesMaster" Target="/ppt/notesMasters/notesMaster1.xml" Id="Rc7a7eb24f46a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47293cfdc4716" /><Relationship Type="http://schemas.openxmlformats.org/officeDocument/2006/relationships/notesMaster" Target="/ppt/notesMasters/notesMaster1.xml" Id="Rf8841cf1c311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49ced07294b74" /><Relationship Type="http://schemas.openxmlformats.org/officeDocument/2006/relationships/notesMaster" Target="/ppt/notesMasters/notesMaster1.xml" Id="R50ca62b7e306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bc2b47bd014b78" /><Relationship Type="http://schemas.openxmlformats.org/officeDocument/2006/relationships/notesMaster" Target="/ppt/notesMasters/notesMaster1.xml" Id="Rb53a8234e8654d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4c3dd5124405d" /><Relationship Type="http://schemas.openxmlformats.org/officeDocument/2006/relationships/notesMaster" Target="/ppt/notesMasters/notesMaster1.xml" Id="Raaec533ac0b8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dcb99787d49e1" /><Relationship Type="http://schemas.openxmlformats.org/officeDocument/2006/relationships/notesMaster" Target="/ppt/notesMasters/notesMaster1.xml" Id="R64f6b942e19343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09c212acf94d57" /><Relationship Type="http://schemas.openxmlformats.org/officeDocument/2006/relationships/notesMaster" Target="/ppt/notesMasters/notesMaster1.xml" Id="R8e643a09b90544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36d3bee0c94f01" /><Relationship Type="http://schemas.openxmlformats.org/officeDocument/2006/relationships/notesMaster" Target="/ppt/notesMasters/notesMaster1.xml" Id="Re4f5628d04db45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2 min]</a:t>
            </a:r>
          </a:p>
          <a:p xmlns:a="http://schemas.openxmlformats.org/drawingml/2006/main">
            <a:r>
              <a:t>Explique que la evaluación premia evidencia y límites. No se premia usar más herramientas ni producir más 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4 min]</a:t>
            </a:r>
          </a:p>
          <a:p xmlns:a="http://schemas.openxmlformats.org/drawingml/2006/main">
            <a:r>
              <a:t>Entregue handouts/case_A.csv o handouts/case_B.csv, uno por pareja, al empezar el módulo. Clave solo en instructor/challenge_key.json. No revelar etiquetas hasta el debrief.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4 min]</a:t>
            </a:r>
          </a:p>
          <a:p xmlns:a="http://schemas.openxmlformats.org/drawingml/2006/main">
            <a:r>
              <a:t>Plantilla: templates/engineering_brief.md. Declaración: templates/ai_use_declaration.md. Cada artefacto debe apuntar a los demás.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Abra instructor/rubric.md. La evidencia individual evita que el trabajo por parejas o la IA oculten diferencias de aprendizaje.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Modele una frase que incluya las cuatro capas. Marque en color dónde termina el dato y comienza la inferencia.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Fuentes recomendadas: Isermann DOI 10.1016/j.arcontrol.2004.12.002; Lei et al. DOI 10.1016/j.ymssp.2019.106587. Pueden usar otras si están verificadas.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40 min]</a:t>
            </a:r>
          </a:p>
          <a:p xmlns:a="http://schemas.openxmlformats.org/drawingml/2006/main">
            <a:r>
              <a:t>Use activities/module_4_integrated_challenge.md. Circule preguntando ‘¿qué prueba respalda esa frase?’. No confirme las etiquetas.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15 min]</a:t>
            </a:r>
          </a:p>
          <a:p xmlns:a="http://schemas.openxmlformats.org/drawingml/2006/main">
            <a:r>
              <a:t>La crítica debe apuntar a evidencia, no estilo. El equipo receptor registra si acepta, modifica o rechaza la objeción y por 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20 min]</a:t>
            </a:r>
          </a:p>
          <a:p xmlns:a="http://schemas.openxmlformats.org/drawingml/2006/main">
            <a:r>
              <a:t>Con hasta 10 parejas defienden todas; con más, sortee 10 defensas (90 s más 30 s de cambio) y el resto entrega solo el informe. Una persona presenta; la otra responde una pregunta sobre verificación.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15 min]</a:t>
            </a:r>
          </a:p>
          <a:p xmlns:a="http://schemas.openxmlformats.org/drawingml/2006/main">
            <a:r>
              <a:t>Use instructor/exit_ticket.md; solución y criterios en instructor/exit_ticket_solution.md. Trabajo individual, sin IA, 15 minutos. Entregue handouts/case_C.csv: un caso que ningún equipo ha analizado.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3 min]</a:t>
            </a:r>
          </a:p>
          <a:p xmlns:a="http://schemas.openxmlformats.org/drawingml/2006/main">
            <a:r>
              <a:t>Pida una tarea de la próxima semana donde aplicarán PVRD. Referencia de educación en ingeniería: Qadir, DOI 10.1109/EDUCON54358.2023.10125121.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2 min]</a:t>
            </a:r>
          </a:p>
          <a:p xmlns:a="http://schemas.openxmlformats.org/drawingml/2006/main">
            <a:r>
              <a:t>Cierre y recogida. Recuerde que la declaración de IA no sustituye la verificación; hace visible la responsabilidad. Indique dónde quedan el repositorio y materiales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dcba2653649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6b34e3133c4828" /><Relationship Type="http://schemas.openxmlformats.org/officeDocument/2006/relationships/slideLayout" Target="/ppt/slideLayouts/slideLayout1.xml" Id="Rc9357aa8cfee4d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357aa8cfee4d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f5a4bc61e4cce" /><Relationship Type="http://schemas.openxmlformats.org/officeDocument/2006/relationships/notesSlide" Target="/ppt/notesSlides/notesSlide1.xml" Id="R26d74db4965a4a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758bdf58a4387" /><Relationship Type="http://schemas.openxmlformats.org/officeDocument/2006/relationships/notesSlide" Target="/ppt/notesSlides/notesSlide2.xml" Id="R9a8063ab64cf40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c60e69bde42c1" /><Relationship Type="http://schemas.openxmlformats.org/officeDocument/2006/relationships/notesSlide" Target="/ppt/notesSlides/notesSlide3.xml" Id="R4a8604316a5d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61ef8dd7b461b" /><Relationship Type="http://schemas.openxmlformats.org/officeDocument/2006/relationships/notesSlide" Target="/ppt/notesSlides/notesSlide4.xml" Id="Rb2df6d0606874f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e595c88d4982" /><Relationship Type="http://schemas.openxmlformats.org/officeDocument/2006/relationships/notesSlide" Target="/ppt/notesSlides/notesSlide5.xml" Id="R04c65a2ce5a8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998cdba264fb6" /><Relationship Type="http://schemas.openxmlformats.org/officeDocument/2006/relationships/notesSlide" Target="/ppt/notesSlides/notesSlide6.xml" Id="R50be0b40d85f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9abceadaf4ee3" /><Relationship Type="http://schemas.openxmlformats.org/officeDocument/2006/relationships/notesSlide" Target="/ppt/notesSlides/notesSlide7.xml" Id="R0f6cd6b652f742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c848e327c4710" /><Relationship Type="http://schemas.openxmlformats.org/officeDocument/2006/relationships/notesSlide" Target="/ppt/notesSlides/notesSlide8.xml" Id="R994cb5c05bae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a5d0003034ffb" /><Relationship Type="http://schemas.openxmlformats.org/officeDocument/2006/relationships/notesSlide" Target="/ppt/notesSlides/notesSlide9.xml" Id="R70a6969e6b4b46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786a2054b453b" /><Relationship Type="http://schemas.openxmlformats.org/officeDocument/2006/relationships/notesSlide" Target="/ppt/notesSlides/notesSlide10.xml" Id="R346a3cf228a54a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3ae06f81f48b9" /><Relationship Type="http://schemas.openxmlformats.org/officeDocument/2006/relationships/notesSlide" Target="/ppt/notesSlides/notesSlide11.xml" Id="R7102275c27734d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82f70c1d14fed" /><Relationship Type="http://schemas.openxmlformats.org/officeDocument/2006/relationships/notesSlide" Target="/ppt/notesSlides/notesSlide12.xml" Id="R1abf1bc2821d46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4B235-12CB-4F7F-9F21-B7422A0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AF4F5-44C5-4EC3-932E-AD8C623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EA8B-F8D9-4461-AF78-19DAFF92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38200"/>
            <a:ext cx="1905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FA11C-DBCC-4462-92AE-25D1B87C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66800"/>
            <a:ext cx="129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70B30-8791-421A-A8D1-27E889C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TALLER EU4M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CAAD1-DB74-4877-A171-5A52E69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14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Reto integrado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88EC4-CB93-4468-BE18-D409AAE6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rPr>
              <a:t>Defender una conclusión con fuentes, datos y trazabilidad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E0071-CD88-4063-BD2E-06122CF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 horas · español · presencial · portátil y navegador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746BD-558F-43BE-AEF8-60EC416F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Sebastian Rojas-Ordoñez</a:t>
            </a:r>
          </a:p>
        </p:txBody>
      </p:sp>
    </p:spTree>
    <p:extLst>
      <p:ext uri="{BB962C8B-B14F-4D97-AF65-F5344CB8AC3E}">
        <p14:creationId xmlns:p14="http://schemas.microsoft.com/office/powerpoint/2010/main" val="190133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F5982-053C-47D8-8FEB-2461C8E0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CE6DF-537C-4ABF-8BDF-FEF5F55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BA254-AE40-4D4C-817D-4DD4F1E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El reto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DA076-F831-4BC7-9868-9F69F14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Dos casos sin etiqueta, una decisión técnica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A264-B082-4F8F-9DE9-0CEE1D2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0D28A-8504-4978-AEB4-DE28652B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543F7-EF8B-4A2D-BEBF-5D5A753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63F56-3ACD-495E-8909-166EB4FF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A43CF-6F11-48AB-90A0-140BCF04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37BC0-6419-4FE4-8C65-9410B42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CASO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6BD23-AA03-4B16-A4C7-077AE2C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Señales operativas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BE9D2-CC93-415D-AF0E-5B2AB90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Referencia, medida, velocidad medida y orden de fuerza.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95618-37C8-47D1-8373-869A72A0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B5CCD-D699-41BC-B778-90E6F095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C28B0-A167-4936-9071-FF4EF25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CASO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A9289-ABF9-4B9D-A1B5-92EFC55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Mismo contrato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092C8-8BD3-4091-92FA-3CF56A4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Las etiquetas y señales ‘true’ no están disponibles para el equipo.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112B1-48E3-4858-9AFF-1CC44817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14089-57D1-4EE6-A16E-44AE7278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F5F2B-18C0-433E-BE45-51F42B85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PREGUNTA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24A68-592D-49B4-BBE0-EFF5C50C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¿Qué observamos?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4E46D-52F9-4B79-AB4F-093A692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Describir el patrón sin convertirlo automáticamente en diagnóstico confirmado.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13EA5-EAD3-4444-9927-33AF3979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26B32-E365-44F9-BE67-A675F7F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0C89A-7A4F-4AFB-B207-329DA7F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DECISIÓN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4CADD-3AD2-4909-989E-8EAD7F02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¿Qué medir después?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847ED-AC45-4F02-819F-6A2E837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Proponer la prueba que diferencia hipótesis rivales.</a:t>
            </a:r>
          </a:p>
        </p:txBody>
      </p:sp>
    </p:spTree>
    <p:extLst>
      <p:ext uri="{BB962C8B-B14F-4D97-AF65-F5344CB8AC3E}">
        <p14:creationId xmlns:p14="http://schemas.microsoft.com/office/powerpoint/2010/main" val="66356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EC35D-B786-40D0-B60A-8F3B2EE9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3253E-3052-415E-AE98-74FD3EE6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41A33-42E6-4A34-9AE1-B343A1CD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Entregables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A7F7D-3A7E-4520-8B08-50E8A8B6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Breves, auditables y conectados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036A4-A3E6-453F-9D3E-8CCE0977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93DD-CAFB-4880-93E4-F830EE4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D75D2-9A95-44EF-82BC-FAF3CAA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DFD91-075C-4EC9-92E7-CA48290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39529-395E-4AA2-8094-CCDC233D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FA6C0-F24C-4932-8D14-1ECA9D2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2F714-50EC-46A7-BBDB-70D7ED3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Informe técnico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91860-C5F4-4373-86CF-E8D79DEB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Una página: pregunta, método, observaciones, conclusión, límites y prueba siguiente.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0222A-CB29-49B9-BF2E-5438B7B5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90E23-75BD-4326-997F-F253215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D9720-FD19-4AA6-9DD5-96502EF0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244BE-36C1-4C94-A217-9BD02E6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Evidencia ejecutable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0554B-67B9-4F09-A2E9-F5EA2AD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Cálculo, gráfico o assert que respalde una afirmación central.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F0469-3DDB-4B07-960A-EDD41DF0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B8A9F-1575-44F2-B277-7A37E798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7D816-B232-4421-A212-1273FFBE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4D479-60CD-4347-8118-9EC58D91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Matriz y PVRD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500CB-AC93-4392-94AA-FD2B47D8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Dos fuentes verificadas y registro de una corrección sustancial.</a:t>
            </a:r>
          </a:p>
        </p:txBody>
      </p:sp>
    </p:spTree>
    <p:extLst>
      <p:ext uri="{BB962C8B-B14F-4D97-AF65-F5344CB8AC3E}">
        <p14:creationId xmlns:p14="http://schemas.microsoft.com/office/powerpoint/2010/main" val="1963030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8FB6-1275-4C0C-BBEB-41D7037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B320E-ED84-4676-BAF8-04FBD15D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4D6ED-D9DD-4518-878E-DA6651B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Rúbrica visible desde el inicio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B8D50-D945-484A-9DA7-AD13A89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100 puntos; la mayoría evalúa verificación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A617C-284C-4D32-AF9D-A0BBE831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8E2F8-A367-44EF-9D44-ECEDE9D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29472-DE4E-445A-9B78-774AD638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E5748-1860-4103-8F48-EE0FCEB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5CE7-0124-4B6C-B38E-878D34F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51A5-0476-442C-9F48-8F51C03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17820-B952-4422-9F1B-87671294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Fuentes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3A5CC-6DC7-4B90-9AE2-854F67A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Metadatos, pasaje, pertinencia y límites.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E2699-1D26-46D9-BA89-8D1370C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2A844-2833-4F44-8A14-92E625A9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467F9-A6B7-45FC-B2D8-D36B19E3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B5698-0A62-4952-9997-B08E614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PVRD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05B99-D1E6-49C6-8788-DC3F148C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Prompt, prueba, decisión y refinamiento.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44CE1-C3FA-4CF1-8747-E999AF6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C0C52-31E0-4851-9D15-AB2A66A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C742A-8BE2-4265-9557-1E064515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06EA9-2095-48D9-BFCD-FF24499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Informe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7509A-087A-4D99-BE23-8694B93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Requisito, observaciones, conclusión, incertidumbre y claridad.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95DCF-8DA8-4BAB-9A4A-0DD2BBE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C73ED-2779-43AF-8D33-D953D24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5E148-FCBD-441D-A11A-C5BCBC1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F2721-3840-4BA8-965C-E682DBD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Salida individual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82786-9893-474D-9696-E620E16C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Detectar exceso, elegir prueba e interpretar sin excederla.</a:t>
            </a:r>
          </a:p>
        </p:txBody>
      </p:sp>
    </p:spTree>
    <p:extLst>
      <p:ext uri="{BB962C8B-B14F-4D97-AF65-F5344CB8AC3E}">
        <p14:creationId xmlns:p14="http://schemas.microsoft.com/office/powerpoint/2010/main" val="92959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1E0A8-BEEE-4444-9579-7BA0CDE1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83217-67E1-4AA2-AA5E-7B2B8A2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CFAF0-BC9C-490C-A341-B09E761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Una conclusión defendible tiene cuatro capas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A71D7-623E-474E-BB9E-32ACA9EF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Separe observación, inferencia, límite y acción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E0B4-FAB6-45BE-BFE4-C8CD00E1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8932B-8EC5-4D8F-9BDC-3A508A2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4D4D0-1A76-41BC-89EB-E6F42D34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B481A-4BA4-4B42-BE6F-DC702BD0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3FD70-DDDC-4379-9701-DC6878B9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32F41-C53D-4AA0-8CDA-F338DC0E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OBSERVAR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75F10-6ED6-46B2-AD54-FBF78AC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Dato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38A96-8564-4CA1-B8F3-27A6BCD7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‘El RMSE medido del caso A es…’ con cálculo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6D9DD-323B-4914-B622-935BDD7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287FF-6517-4FF2-8414-267EC74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1C091-C2D4-4538-BF6E-0FF7039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INFERIR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49E07-1E60-4B45-B2DF-313AA4D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Hipótesis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03EF7-4B55-4E0D-ABFC-946C444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‘Es compatible con pérdida de eficacia’, no ‘demuestra fallo’.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6AF37-8D1F-4CE5-9DA8-5807F9D8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44A0E-71B5-4DF3-802A-1FDF9D2F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E4FD9-1760-453F-B4D9-19C207B0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LIMITAR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00C2A-9F00-49C8-89E8-595292A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Alternativa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55B92-7FA6-4AB4-ACA2-2431060A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Ganancia, carga, fricción o calibración también pueden producir patrones.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FEFE3-BBC5-478F-A90A-7394D11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A5655-4C28-47C5-809C-ECDD18C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42416-C9E2-47CD-9D42-28AECC79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ACTUAR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A78FA-106A-4B26-BC9F-614EE6E9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Prueba siguiente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2D36F-CCD5-46A5-9D36-8E47ACA8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Medición o experimento que discrimina entre hipótesis.</a:t>
            </a:r>
          </a:p>
        </p:txBody>
      </p:sp>
    </p:spTree>
    <p:extLst>
      <p:ext uri="{BB962C8B-B14F-4D97-AF65-F5344CB8AC3E}">
        <p14:creationId xmlns:p14="http://schemas.microsoft.com/office/powerpoint/2010/main" val="491101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FA65B-5109-44DB-8792-EFF64FA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0D35-B2F6-4D13-A1A3-80FBC5F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466EA-6DD7-4271-A987-3C9724B4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Dos fuentes, dos funciones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1CAB9-A937-4573-8344-627D8D6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La cita debe tener un trabajo explícito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282F2-110C-4D8E-88ED-757702FC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4F325-D2B8-4DDE-BE69-58B46A22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98660-F80C-4F84-96A0-754B261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28FC2-62E2-4C38-B07D-F268366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03F55-29D9-4EEE-B0E1-D4FCD38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941BD-CD4D-45AE-A9C5-D667997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MARCO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58A2D-91D1-4231-B0CD-9443220E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Diagnóstico de fallos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8155B-E339-4B0A-8678-11525CDC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Definir detección, aislamiento y estimación; no usar como prueba del caso.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5B48-6134-4B0F-B8C0-8F22D2C6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AB27D-D4C6-4A4B-B410-906EE8E7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D63F9-EA0E-4392-9280-47E380C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MÉTODO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ECE2F-7F96-4897-818C-F96FD3B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Diagnóstico basado en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FC3A4-6327-4E1E-B762-EB66596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Justificar qué evidencia adicional suelen requerir los métodos y sus límites.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52E2C-A22A-4040-A7C3-3C4465D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4B730-9960-40AD-8F88-31CFED6C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A25D9-8B68-47B9-AE02-F278C71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REGLA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1C807-0EAC-4A02-8348-52E8376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Pasaje localizable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6633E-7191-425F-BA26-D2AF1AF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Cada referencia de la entrega incluye sección/página y afirmación respaldada.</a:t>
            </a:r>
          </a:p>
        </p:txBody>
      </p:sp>
    </p:spTree>
    <p:extLst>
      <p:ext uri="{BB962C8B-B14F-4D97-AF65-F5344CB8AC3E}">
        <p14:creationId xmlns:p14="http://schemas.microsoft.com/office/powerpoint/2010/main" val="1751202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1EE86-CE2E-4DFC-80B9-62DE5694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00132-B0E8-455B-A621-23D2F20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44DF0-7CE8-4AD7-A59B-695EDA90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Producción del reto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DA3E-3AE0-42CA-8974-830E99DD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Trabaje por capas; no empiece redactando la conclusión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C6881-F081-47A6-A796-2ECD4021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C4768-71AC-4444-8258-C41D4B1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83704-E8A4-4D9A-BC40-111E8457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D2207-1B69-4C07-8152-4156EB9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55F71-9D3E-47E9-BEAF-33FCFFB2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Construya una cadena auditable de evidencia.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37F7B-C5D8-4D38-81EC-FAB8D46B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839CD-F18B-442C-B42A-E86B6ED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Defina pregunta y criterio de aceptación.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CA516-4CBB-4EBA-A78B-AFBD260B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15A66-6D34-4F2B-A4AD-F49A24A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Explore su caso y conserve un cálculo clave.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9AEEE-1973-4F69-8D30-C8F813E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567FE-0062-4064-B6FE-48CDAD30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Verifique dos fuentes hasta el pasaje.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ADC4E-FC9F-4BD8-A90B-CE763B78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9F685-438E-4E7A-B0F6-12388BE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Redacte conclusión, límite y prueba siguiente.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A34A9-8138-48D4-9F20-82C8FDE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80407-BEAD-4FFA-9DE7-110C33D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40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3C62B-89B3-4CF7-86E2-5F65D7F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Borrador completo del informe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EC07D-DC00-4CC4-A7DC-59CF5F3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PAREJAS</a:t>
            </a:r>
          </a:p>
        </p:txBody>
      </p:sp>
    </p:spTree>
    <p:extLst>
      <p:ext uri="{BB962C8B-B14F-4D97-AF65-F5344CB8AC3E}">
        <p14:creationId xmlns:p14="http://schemas.microsoft.com/office/powerpoint/2010/main" val="21426780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DC141-56CC-4349-AB37-0ED5C53E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560B-A103-490A-9893-1D9D69DD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5EBD9-8DEA-45E3-B3A2-9B58E99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Revisión cruzada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028DA-0A77-4862-8971-FAD141F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El revisor intenta romper la conclusión de forma constructiva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E618-3754-4788-AD1C-F340BE6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AF2B3-1093-4081-977B-EE5BE6F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5221B-B4F2-452A-98A4-7821D4DA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A126-28E5-443E-AE12-B394F72B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0F700-59FF-4B17-B609-819A598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Encuentre el eslabón más débil de otra entrega.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A5A52-0675-4CDF-A1BE-2916EF97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09D13-A99D-495F-ABCD-2054F6E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Reproduzca o inspeccione el cálculo central.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27993-3DC2-4027-A46B-590C45F0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612F6-3F0F-4D8D-AF00-8A6155E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Compruebe una referencia y su pasaje.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CB69D-E1E9-455C-B6CB-1C15309A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3FFCA-88A5-4A68-9628-B8DF8530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Señale una inferencia que exceda la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07587-6D1A-4C32-A6EA-778CB29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BABE2-A2E1-422B-B389-32C8B26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Proponga una corrección concreta.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28029-817F-432B-B1F6-8DAC858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7390C-D6A5-49AB-810D-E2181C6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A9613-3A02-40BA-BC88-6552AC49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 objeción + 1 mejora verificable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25100-E58D-4257-A337-403D290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PAREJA ↔ PAREJA</a:t>
            </a:r>
          </a:p>
        </p:txBody>
      </p:sp>
    </p:spTree>
    <p:extLst>
      <p:ext uri="{BB962C8B-B14F-4D97-AF65-F5344CB8AC3E}">
        <p14:creationId xmlns:p14="http://schemas.microsoft.com/office/powerpoint/2010/main" val="1347510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BB756-83F0-4B88-BF7D-BBDA334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3EFE-5DCC-4DE2-8596-8760BB73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3AD64-FB50-46DB-AEDB-1F8743BD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Defensa en 90 segundos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E9219-7907-4541-8D91-FFB0A679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Una narrativa compacta para decisiones técnicas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F436C-9F54-430B-84EE-0E64796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B425B-D6AA-4D29-9C73-3E4CB6F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25844-568E-4366-B32D-ABF2A910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4C4B7-3D54-452A-9FF7-8502628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BA22F-76D5-4707-992A-60AFC38A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293ED-FD20-44DC-A06D-953F64B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30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6487C-B87A-4259-BAB1-FD948F5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Observación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E8CDC-C5CD-4542-9851-E3DE8874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Métrica o patrón y cómo se reprodujo.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1738F-1936-4FE3-BD2D-0C75F44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058CC-3631-4CD5-99F7-8D45521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AB8F3-E0FB-4A49-B2EB-5B5C3B2B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30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925F8-6833-4DCC-AC0B-D237843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Conclusión limitada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678D3-A0DB-4C39-A499-D61F5506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Hipótesis compatible y alternativa que permanece.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A0ECA-407E-4220-93EC-7E5BA39C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8271A-28DF-4C68-B151-AB6E81C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874CD-AF98-4D44-B273-C6A39B2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DF086-CA0B-4646-9D8C-C469A0F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Prueba siguiente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41EBE-94FD-43C5-8AC6-DCA39DD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Medición, condición y resultado que distinguiría hipótesis.</a:t>
            </a:r>
          </a:p>
        </p:txBody>
      </p:sp>
    </p:spTree>
    <p:extLst>
      <p:ext uri="{BB962C8B-B14F-4D97-AF65-F5344CB8AC3E}">
        <p14:creationId xmlns:p14="http://schemas.microsoft.com/office/powerpoint/2010/main" val="931292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06879-B76E-4629-B2CE-E2E823B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F56D8-4F5F-48F6-8DDF-9D6CC8F0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1A0A2-F1F7-4DD3-9AD8-5A9B22D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Prueba individual de salida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82846-4487-4E08-A341-04967BF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La competencia no se delega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DDB53-F0E6-4738-9D02-EFC7C5D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2BFFC-1409-4573-B85A-C846CB8D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98FD7-5F74-4C98-9D57-AE4A26F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3B2C1-00FE-43F4-8ECA-B824CEA2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A7236-8D08-46C9-BD14-B69E1E6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755E1-3190-41B9-B606-98F29EB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DETECTAR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39EEA-63DA-47ED-A972-2B95E5F2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Afirmación no respaldada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8CEA7-BDFD-4E46-A886-7E28388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Marque exactamente qué parte excede la evidencia.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BFB2B-CCD0-4A02-9F85-E274EDC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3FAB1-4822-44F6-A9FD-BA36565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A142E-908A-44CE-A335-7B4AD657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ELEGIR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5F10E-E1D7-42AC-B830-867E7C9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Verificación adecuada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F3426-B3B6-4BF6-B777-46D9EF0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Proponga una prueba independiente y viable.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45EB6-59A6-44FA-A087-01CF8AB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C6E1C-6128-4B1F-AF47-CAFD7DEB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EEE32-DF17-400B-8472-FEE3187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REESCRIBIR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5D69B-C33B-407D-BA7C-07A8FF2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Conclusión proporcional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B251E-C48E-4870-A12C-F6190F55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Incluya condición, límite y responsabilidad.</a:t>
            </a:r>
          </a:p>
        </p:txBody>
      </p:sp>
    </p:spTree>
    <p:extLst>
      <p:ext uri="{BB962C8B-B14F-4D97-AF65-F5344CB8AC3E}">
        <p14:creationId xmlns:p14="http://schemas.microsoft.com/office/powerpoint/2010/main" val="260140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4533B-C078-42F2-A4E0-EDAAD16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AEEBA-7A54-4EE0-9DDD-DF6D229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1A68A-2C55-430E-8711-8E6C27A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Transferencia a la tesis y al laboratorio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BB08-4540-4AF2-A222-27A5DEDD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El mismo ciclo cambia de escala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B9730-4CC2-4745-802A-FEB6A39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ED5-38D2-4BDA-989C-D9825655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FFAFC-6553-4997-8F03-B645483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2F1A4-109F-46C9-BAF2-07CACE7F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8277B-6276-4292-ABD5-4567AC2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41358-A3C9-41AB-B388-2A73F87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TESIS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27EDF-2163-4439-9277-AC2C3930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Cada afirmación trazada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838A7-3210-47A9-B308-959815F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Pregunta → búsqueda → pasaje → síntesis → declaración de uso.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71141-64F3-495F-8A72-C9A29654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17C98-9CA0-4D76-9E4E-77694000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C6660-4BCF-4C71-A8E5-039BA005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CÓDIGO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C2D0B-4A33-4807-8D42-DB67AC05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Cada cambio probado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CECD4-2E58-43DA-AC28-CF3FD6E2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Requisito → implementación → test → revisión → versión.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88803-74D3-4383-A311-32F02E8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6AD6F-8AF4-4C2F-9543-09A3590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C53E2-E664-4628-8C37-5D3D096C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LABORATORIO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24EFE-BAB3-49DC-8D95-82A2241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Cada decisión limitada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EDC75-4D18-4C9D-958C-B2DF17E8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Dato → hipótesis → incertidumbre → experimento siguiente.</a:t>
            </a:r>
          </a:p>
        </p:txBody>
      </p:sp>
    </p:spTree>
    <p:extLst>
      <p:ext uri="{BB962C8B-B14F-4D97-AF65-F5344CB8AC3E}">
        <p14:creationId xmlns:p14="http://schemas.microsoft.com/office/powerpoint/2010/main" val="6652406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685A1-3A91-4D61-A820-E147D64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6427C-63B8-4F8D-BAE8-B169303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4 · RETO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344EE-B5FC-4EFE-A27D-018A265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Cierre del taller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5C190-A87D-4EA9-BD77-A3A8B3E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43425-C362-42DF-82F8-C042A26F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D810A-7326-4002-8493-16AFB28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EFF9-0A9A-4330-82F8-234B43E0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38067-EB57-4B38-9A91-3F197F0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508F0-826D-4553-90C7-32608171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Deja un rastro que otra persona pueda comprobar.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87183-BFB3-40A1-9A9F-3A4704A5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Prompt, fuente, dato, prueba, decisión y límite: esa es la entrega profesional.</a:t>
            </a:r>
          </a:p>
        </p:txBody>
      </p:sp>
    </p:spTree>
    <p:extLst>
      <p:ext uri="{BB962C8B-B14F-4D97-AF65-F5344CB8AC3E}">
        <p14:creationId xmlns:p14="http://schemas.microsoft.com/office/powerpoint/2010/main" val="1778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2026-09-12T17:46:21.8380000Z</dcterms:created>
  <dcterms:modified xsi:type="dcterms:W3CDTF">2026-09-12T17:46:21.8380000Z</dcterms:modified>
</coreProperties>
</file>